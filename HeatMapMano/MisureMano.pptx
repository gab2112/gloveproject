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5F89BE-570A-023A-2BE1-0035DC912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1FE5F8A-0A5E-1551-7D00-345D6E9A5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056D18-FCCA-E59F-71FA-7F17DE8C4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CE61B9-9D6A-F2D0-5DCD-B3E52D61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A48EA66-E86B-12BC-3EF8-7CBBF5A0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714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E59D8A-79FB-2283-CF5B-D74DEE6B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EB54E5-20F2-A6B3-F927-D6541BA4B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12CBCE-1E22-1652-D6D5-35685EDFE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74C4E7-A4C6-D034-7D8A-6A31F754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70E3DA-1B0B-E652-ED62-DCF9E974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398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F0AFB7-2B06-FBB5-5EF9-B54BFCB7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616CB6-05A8-5B11-5010-E8D9F0E46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4C9240-CE59-78D5-0DCF-5237A65E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C52F85-4540-B172-3261-037C1F81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F6CB30-F14A-4F87-4231-0F8A09E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497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DB5704-B2E7-5D2C-E7C1-77E767A0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36DBFE-DAB1-58F7-6B5C-3C305587C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D9CD4E6-F6A2-A383-F014-907215CC4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35B243C-6DA7-B555-2397-ED769ACA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761BADC-C10F-DE22-C1CF-2A2FFAEA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0406A50-D24F-6A75-DA31-4368DB68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533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7A5CEB-249C-3FCE-5AC3-E145C883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8E821B-3D23-93A7-4F50-A0031D975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596C2C1-DF05-6E8F-2171-3D63E641F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AB741DB-7A97-0033-8D7D-5C7F34EB0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31F05A8-E952-07AA-4EC9-35B7F8EEB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7DB59F6-3D4C-150D-E1F7-1D673CE2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C8214B0-504C-AB8F-8E1B-989EAF55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CC601CF-922C-D36D-EF77-915FECBF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232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00DF9F-9884-4AB5-6514-8FF6226F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0C9418D-9E86-289C-59FB-891684FE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9E61F60-903C-586D-C53E-F8A95C74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7F9DDC-D81A-773C-9E45-34D0FA47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122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AEE32DA-775A-2537-610F-39552E5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F98FEF7-F4BD-01E9-C491-9CC75DB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E3D353-BB9B-752F-EDB8-362E1B31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12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035F63-7D61-7ECF-73D6-438B5C40A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22A12A-87C1-3EC5-718E-1CDEC2EA9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58A42E3-FFE4-DF6A-D84F-49A509C64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DA391F-A68C-CAE8-668B-8B806127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8E64F95-1D82-5009-9CC7-27D1DFB5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C831646-08DF-FBF9-20FB-E307B8ED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13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67044A-7E3D-EB0F-0554-BD4450464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842E609-8397-227B-8DC2-44DB7DE31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9218710-102D-BD42-B416-D76D8C4AD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AB9CA86-76D8-D7EE-A018-17DB5F2A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8FE4FCC-10B5-302C-B31C-89826C42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2219B20-13CC-98E0-579A-34CD758C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92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715C1D-50D3-EE03-F5E8-0669E55FA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B9FB8B6-DD08-1438-ED04-34A5BB241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9A04FC-6E67-8303-6ACD-C2DD071FE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3617E8-121D-C5CC-8767-2E42DC61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6503E0-0286-9B02-055B-EF57B1FC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64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04DD678-77DB-67B3-5510-15E6349DA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3824B9-5763-4B36-9831-028678D72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3435C0-D5DF-958D-4F9A-B1A84C1F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D8DE62-6915-A799-D6B0-0AB3CE6F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50C646-C9CE-B07F-1A96-4FFA0D7A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65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18FCE31-E6C7-910F-438C-6042028B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AEB824-AE5F-194F-3C38-95BE8927D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01125C-BE3A-C690-325D-C7315A0C6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41A9C-D1C1-4D8B-A590-D9FB019232D5}" type="datetimeFigureOut">
              <a:rPr lang="it-IT" smtClean="0"/>
              <a:t>21/04/2026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8E5DCA-2280-0419-4CCD-DE4E43CDE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5D43F5-C17A-F214-FBC1-3B5A87AE0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F6AC9-BE80-4D38-B3B7-3606FC899D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007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F5C7E49-0130-FC17-4376-DC59577838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361" y="154260"/>
            <a:ext cx="5083278" cy="6320946"/>
          </a:xfrm>
          <a:prstGeom prst="rect">
            <a:avLst/>
          </a:prstGeom>
        </p:spPr>
      </p:pic>
      <p:grpSp>
        <p:nvGrpSpPr>
          <p:cNvPr id="12" name="Gruppo 11">
            <a:extLst>
              <a:ext uri="{FF2B5EF4-FFF2-40B4-BE49-F238E27FC236}">
                <a16:creationId xmlns:a16="http://schemas.microsoft.com/office/drawing/2014/main" id="{9425F7A6-4BCA-6003-1B57-8E608DDF72EE}"/>
              </a:ext>
            </a:extLst>
          </p:cNvPr>
          <p:cNvGrpSpPr/>
          <p:nvPr/>
        </p:nvGrpSpPr>
        <p:grpSpPr>
          <a:xfrm>
            <a:off x="2983792" y="159908"/>
            <a:ext cx="968478" cy="6320946"/>
            <a:chOff x="855406" y="1356852"/>
            <a:chExt cx="560439" cy="2625212"/>
          </a:xfrm>
        </p:grpSpPr>
        <p:cxnSp>
          <p:nvCxnSpPr>
            <p:cNvPr id="7" name="Connettore diritto 6">
              <a:extLst>
                <a:ext uri="{FF2B5EF4-FFF2-40B4-BE49-F238E27FC236}">
                  <a16:creationId xmlns:a16="http://schemas.microsoft.com/office/drawing/2014/main" id="{E18B6023-06A9-05EB-1E4B-7D0D128FA52E}"/>
                </a:ext>
              </a:extLst>
            </p:cNvPr>
            <p:cNvCxnSpPr/>
            <p:nvPr/>
          </p:nvCxnSpPr>
          <p:spPr>
            <a:xfrm>
              <a:off x="855406" y="1356852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diritto 7">
              <a:extLst>
                <a:ext uri="{FF2B5EF4-FFF2-40B4-BE49-F238E27FC236}">
                  <a16:creationId xmlns:a16="http://schemas.microsoft.com/office/drawing/2014/main" id="{64FC04E4-BDA1-6C81-F785-DEEBD9EC5E52}"/>
                </a:ext>
              </a:extLst>
            </p:cNvPr>
            <p:cNvCxnSpPr/>
            <p:nvPr/>
          </p:nvCxnSpPr>
          <p:spPr>
            <a:xfrm>
              <a:off x="855406" y="3977149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diritto 9">
              <a:extLst>
                <a:ext uri="{FF2B5EF4-FFF2-40B4-BE49-F238E27FC236}">
                  <a16:creationId xmlns:a16="http://schemas.microsoft.com/office/drawing/2014/main" id="{81ED6E6C-E16B-9377-1C47-5765309734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625" y="1356852"/>
              <a:ext cx="0" cy="262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3A1BB8F-526E-7D2B-CF78-E9009CB947FA}"/>
              </a:ext>
            </a:extLst>
          </p:cNvPr>
          <p:cNvSpPr txBox="1"/>
          <p:nvPr/>
        </p:nvSpPr>
        <p:spPr>
          <a:xfrm>
            <a:off x="2565180" y="312979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193,0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AA29C766-EC67-2EC6-7072-469362EEA739}"/>
              </a:ext>
            </a:extLst>
          </p:cNvPr>
          <p:cNvGrpSpPr/>
          <p:nvPr/>
        </p:nvGrpSpPr>
        <p:grpSpPr>
          <a:xfrm>
            <a:off x="7152492" y="2645856"/>
            <a:ext cx="733695" cy="3830329"/>
            <a:chOff x="855406" y="1356852"/>
            <a:chExt cx="560439" cy="2625212"/>
          </a:xfrm>
        </p:grpSpPr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F9A358E6-EFC0-44FA-65FF-A4E538946A6B}"/>
                </a:ext>
              </a:extLst>
            </p:cNvPr>
            <p:cNvCxnSpPr/>
            <p:nvPr/>
          </p:nvCxnSpPr>
          <p:spPr>
            <a:xfrm>
              <a:off x="855406" y="1356852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diritto 16">
              <a:extLst>
                <a:ext uri="{FF2B5EF4-FFF2-40B4-BE49-F238E27FC236}">
                  <a16:creationId xmlns:a16="http://schemas.microsoft.com/office/drawing/2014/main" id="{3EF2D1DF-D444-E6CD-E404-836FAB458378}"/>
                </a:ext>
              </a:extLst>
            </p:cNvPr>
            <p:cNvCxnSpPr/>
            <p:nvPr/>
          </p:nvCxnSpPr>
          <p:spPr>
            <a:xfrm>
              <a:off x="855406" y="3977149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>
              <a:extLst>
                <a:ext uri="{FF2B5EF4-FFF2-40B4-BE49-F238E27FC236}">
                  <a16:creationId xmlns:a16="http://schemas.microsoft.com/office/drawing/2014/main" id="{33EC868D-78AC-EB17-61B3-C81BF27A8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625" y="1356852"/>
              <a:ext cx="0" cy="262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8F018B9-694B-EFF8-F5BF-C1C0026203FD}"/>
              </a:ext>
            </a:extLst>
          </p:cNvPr>
          <p:cNvSpPr txBox="1"/>
          <p:nvPr/>
        </p:nvSpPr>
        <p:spPr>
          <a:xfrm>
            <a:off x="7524385" y="437276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102,1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175AE7E3-1787-F9FC-09BC-5836973BBF50}"/>
              </a:ext>
            </a:extLst>
          </p:cNvPr>
          <p:cNvGrpSpPr/>
          <p:nvPr/>
        </p:nvGrpSpPr>
        <p:grpSpPr>
          <a:xfrm>
            <a:off x="5223880" y="159908"/>
            <a:ext cx="813924" cy="2490611"/>
            <a:chOff x="855406" y="1356852"/>
            <a:chExt cx="560439" cy="2625212"/>
          </a:xfrm>
        </p:grpSpPr>
        <p:cxnSp>
          <p:nvCxnSpPr>
            <p:cNvPr id="25" name="Connettore diritto 24">
              <a:extLst>
                <a:ext uri="{FF2B5EF4-FFF2-40B4-BE49-F238E27FC236}">
                  <a16:creationId xmlns:a16="http://schemas.microsoft.com/office/drawing/2014/main" id="{F9D328E3-2B7B-F2C6-7A12-E9A33F9ECAB7}"/>
                </a:ext>
              </a:extLst>
            </p:cNvPr>
            <p:cNvCxnSpPr/>
            <p:nvPr/>
          </p:nvCxnSpPr>
          <p:spPr>
            <a:xfrm>
              <a:off x="855406" y="1356852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diritto 25">
              <a:extLst>
                <a:ext uri="{FF2B5EF4-FFF2-40B4-BE49-F238E27FC236}">
                  <a16:creationId xmlns:a16="http://schemas.microsoft.com/office/drawing/2014/main" id="{A7AF02F5-D1BE-F806-C5EE-BAF536E64573}"/>
                </a:ext>
              </a:extLst>
            </p:cNvPr>
            <p:cNvCxnSpPr/>
            <p:nvPr/>
          </p:nvCxnSpPr>
          <p:spPr>
            <a:xfrm>
              <a:off x="855406" y="3977149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diritto 26">
              <a:extLst>
                <a:ext uri="{FF2B5EF4-FFF2-40B4-BE49-F238E27FC236}">
                  <a16:creationId xmlns:a16="http://schemas.microsoft.com/office/drawing/2014/main" id="{2DB8FE64-E356-B390-FDF7-21F5DE6D5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625" y="1356852"/>
              <a:ext cx="0" cy="262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22CCF83-4D5D-E9C2-0137-9B41F57580BB}"/>
              </a:ext>
            </a:extLst>
          </p:cNvPr>
          <p:cNvSpPr txBox="1"/>
          <p:nvPr/>
        </p:nvSpPr>
        <p:spPr>
          <a:xfrm>
            <a:off x="5785658" y="116082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91,8</a:t>
            </a: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007B0AF9-BFCE-FBD4-D493-4AA2B6BFCDCF}"/>
              </a:ext>
            </a:extLst>
          </p:cNvPr>
          <p:cNvGrpSpPr/>
          <p:nvPr/>
        </p:nvGrpSpPr>
        <p:grpSpPr>
          <a:xfrm>
            <a:off x="6294528" y="629746"/>
            <a:ext cx="646153" cy="2020773"/>
            <a:chOff x="855406" y="1356852"/>
            <a:chExt cx="560439" cy="2625212"/>
          </a:xfrm>
        </p:grpSpPr>
        <p:cxnSp>
          <p:nvCxnSpPr>
            <p:cNvPr id="30" name="Connettore diritto 29">
              <a:extLst>
                <a:ext uri="{FF2B5EF4-FFF2-40B4-BE49-F238E27FC236}">
                  <a16:creationId xmlns:a16="http://schemas.microsoft.com/office/drawing/2014/main" id="{3E4804F2-624D-803A-FF5E-021012C88385}"/>
                </a:ext>
              </a:extLst>
            </p:cNvPr>
            <p:cNvCxnSpPr/>
            <p:nvPr/>
          </p:nvCxnSpPr>
          <p:spPr>
            <a:xfrm>
              <a:off x="855406" y="1356852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diritto 30">
              <a:extLst>
                <a:ext uri="{FF2B5EF4-FFF2-40B4-BE49-F238E27FC236}">
                  <a16:creationId xmlns:a16="http://schemas.microsoft.com/office/drawing/2014/main" id="{A45DACCF-ECBB-E09F-CB3C-B1A383E9F4E4}"/>
                </a:ext>
              </a:extLst>
            </p:cNvPr>
            <p:cNvCxnSpPr/>
            <p:nvPr/>
          </p:nvCxnSpPr>
          <p:spPr>
            <a:xfrm>
              <a:off x="855406" y="3977149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diritto 31">
              <a:extLst>
                <a:ext uri="{FF2B5EF4-FFF2-40B4-BE49-F238E27FC236}">
                  <a16:creationId xmlns:a16="http://schemas.microsoft.com/office/drawing/2014/main" id="{6117D214-5A65-4F42-AD2A-B7F5D9CEC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625" y="1356852"/>
              <a:ext cx="0" cy="262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F1884C7C-3738-E70C-9381-10A9460DD607}"/>
              </a:ext>
            </a:extLst>
          </p:cNvPr>
          <p:cNvSpPr txBox="1"/>
          <p:nvPr/>
        </p:nvSpPr>
        <p:spPr>
          <a:xfrm>
            <a:off x="6622650" y="144515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84,7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9A92B21E-B749-CA57-F981-EFB77A083D97}"/>
              </a:ext>
            </a:extLst>
          </p:cNvPr>
          <p:cNvGrpSpPr/>
          <p:nvPr/>
        </p:nvGrpSpPr>
        <p:grpSpPr>
          <a:xfrm>
            <a:off x="4324837" y="551933"/>
            <a:ext cx="658088" cy="2090131"/>
            <a:chOff x="855406" y="1356852"/>
            <a:chExt cx="560439" cy="2625212"/>
          </a:xfrm>
        </p:grpSpPr>
        <p:cxnSp>
          <p:nvCxnSpPr>
            <p:cNvPr id="35" name="Connettore diritto 34">
              <a:extLst>
                <a:ext uri="{FF2B5EF4-FFF2-40B4-BE49-F238E27FC236}">
                  <a16:creationId xmlns:a16="http://schemas.microsoft.com/office/drawing/2014/main" id="{6187A7EE-EE98-5355-F3D0-81308FA6A8B0}"/>
                </a:ext>
              </a:extLst>
            </p:cNvPr>
            <p:cNvCxnSpPr/>
            <p:nvPr/>
          </p:nvCxnSpPr>
          <p:spPr>
            <a:xfrm>
              <a:off x="855406" y="1356852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diritto 35">
              <a:extLst>
                <a:ext uri="{FF2B5EF4-FFF2-40B4-BE49-F238E27FC236}">
                  <a16:creationId xmlns:a16="http://schemas.microsoft.com/office/drawing/2014/main" id="{58697641-C61A-6213-BA3A-53707DA5DF1A}"/>
                </a:ext>
              </a:extLst>
            </p:cNvPr>
            <p:cNvCxnSpPr/>
            <p:nvPr/>
          </p:nvCxnSpPr>
          <p:spPr>
            <a:xfrm>
              <a:off x="855406" y="3977149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diritto 36">
              <a:extLst>
                <a:ext uri="{FF2B5EF4-FFF2-40B4-BE49-F238E27FC236}">
                  <a16:creationId xmlns:a16="http://schemas.microsoft.com/office/drawing/2014/main" id="{80F22A18-0483-C988-FC3B-824C34B27B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625" y="1356852"/>
              <a:ext cx="0" cy="262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7DF49FC7-9C60-E095-1518-16D0920761ED}"/>
              </a:ext>
            </a:extLst>
          </p:cNvPr>
          <p:cNvSpPr txBox="1"/>
          <p:nvPr/>
        </p:nvSpPr>
        <p:spPr>
          <a:xfrm>
            <a:off x="4720258" y="141233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86,2</a:t>
            </a: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59450D3B-44C1-63A0-39BB-09B7E2BF487A}"/>
              </a:ext>
            </a:extLst>
          </p:cNvPr>
          <p:cNvGrpSpPr/>
          <p:nvPr/>
        </p:nvGrpSpPr>
        <p:grpSpPr>
          <a:xfrm rot="16200000">
            <a:off x="4933777" y="2524212"/>
            <a:ext cx="843555" cy="2273387"/>
            <a:chOff x="855406" y="1356852"/>
            <a:chExt cx="560439" cy="2625212"/>
          </a:xfrm>
        </p:grpSpPr>
        <p:cxnSp>
          <p:nvCxnSpPr>
            <p:cNvPr id="40" name="Connettore diritto 39">
              <a:extLst>
                <a:ext uri="{FF2B5EF4-FFF2-40B4-BE49-F238E27FC236}">
                  <a16:creationId xmlns:a16="http://schemas.microsoft.com/office/drawing/2014/main" id="{FE77D87F-E9B3-51B0-8366-5998357F00C5}"/>
                </a:ext>
              </a:extLst>
            </p:cNvPr>
            <p:cNvCxnSpPr/>
            <p:nvPr/>
          </p:nvCxnSpPr>
          <p:spPr>
            <a:xfrm>
              <a:off x="855406" y="1356852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diritto 40">
              <a:extLst>
                <a:ext uri="{FF2B5EF4-FFF2-40B4-BE49-F238E27FC236}">
                  <a16:creationId xmlns:a16="http://schemas.microsoft.com/office/drawing/2014/main" id="{6F50D81A-598C-ABAC-E16F-58ACC5924EE7}"/>
                </a:ext>
              </a:extLst>
            </p:cNvPr>
            <p:cNvCxnSpPr/>
            <p:nvPr/>
          </p:nvCxnSpPr>
          <p:spPr>
            <a:xfrm>
              <a:off x="855406" y="3977149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diritto 41">
              <a:extLst>
                <a:ext uri="{FF2B5EF4-FFF2-40B4-BE49-F238E27FC236}">
                  <a16:creationId xmlns:a16="http://schemas.microsoft.com/office/drawing/2014/main" id="{CBA6F5C0-CD76-C414-BF0F-801B84F516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625" y="1356852"/>
              <a:ext cx="0" cy="262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8F407A8-141F-F729-49F6-D09EA4BD2649}"/>
              </a:ext>
            </a:extLst>
          </p:cNvPr>
          <p:cNvSpPr txBox="1"/>
          <p:nvPr/>
        </p:nvSpPr>
        <p:spPr>
          <a:xfrm>
            <a:off x="5045213" y="371335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90,4</a:t>
            </a:r>
          </a:p>
        </p:txBody>
      </p: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72627F3A-5D3C-EDB4-09D5-B6791CB2FFBE}"/>
              </a:ext>
            </a:extLst>
          </p:cNvPr>
          <p:cNvGrpSpPr/>
          <p:nvPr/>
        </p:nvGrpSpPr>
        <p:grpSpPr>
          <a:xfrm>
            <a:off x="3631708" y="1596998"/>
            <a:ext cx="526118" cy="1570533"/>
            <a:chOff x="855406" y="1356852"/>
            <a:chExt cx="560439" cy="2625212"/>
          </a:xfrm>
        </p:grpSpPr>
        <p:cxnSp>
          <p:nvCxnSpPr>
            <p:cNvPr id="45" name="Connettore diritto 44">
              <a:extLst>
                <a:ext uri="{FF2B5EF4-FFF2-40B4-BE49-F238E27FC236}">
                  <a16:creationId xmlns:a16="http://schemas.microsoft.com/office/drawing/2014/main" id="{88A07A04-F7A0-5D9E-D52D-50F1AB85DD48}"/>
                </a:ext>
              </a:extLst>
            </p:cNvPr>
            <p:cNvCxnSpPr/>
            <p:nvPr/>
          </p:nvCxnSpPr>
          <p:spPr>
            <a:xfrm>
              <a:off x="855406" y="1356852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diritto 45">
              <a:extLst>
                <a:ext uri="{FF2B5EF4-FFF2-40B4-BE49-F238E27FC236}">
                  <a16:creationId xmlns:a16="http://schemas.microsoft.com/office/drawing/2014/main" id="{EF55C13D-E94C-9FFD-649B-DC2922DA4CAC}"/>
                </a:ext>
              </a:extLst>
            </p:cNvPr>
            <p:cNvCxnSpPr/>
            <p:nvPr/>
          </p:nvCxnSpPr>
          <p:spPr>
            <a:xfrm>
              <a:off x="855406" y="3977149"/>
              <a:ext cx="5604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diritto 46">
              <a:extLst>
                <a:ext uri="{FF2B5EF4-FFF2-40B4-BE49-F238E27FC236}">
                  <a16:creationId xmlns:a16="http://schemas.microsoft.com/office/drawing/2014/main" id="{702288C7-A726-06EC-CD4A-8EF340438A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625" y="1356852"/>
              <a:ext cx="0" cy="262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C51C1C3E-DC47-D5EB-7AF0-4DBCFAF991D1}"/>
              </a:ext>
            </a:extLst>
          </p:cNvPr>
          <p:cNvSpPr txBox="1"/>
          <p:nvPr/>
        </p:nvSpPr>
        <p:spPr>
          <a:xfrm>
            <a:off x="3909859" y="219759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59,5</a:t>
            </a:r>
          </a:p>
        </p:txBody>
      </p:sp>
    </p:spTree>
    <p:extLst>
      <p:ext uri="{BB962C8B-B14F-4D97-AF65-F5344CB8AC3E}">
        <p14:creationId xmlns:p14="http://schemas.microsoft.com/office/powerpoint/2010/main" val="24711302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Di Raimondo</dc:creator>
  <cp:lastModifiedBy>Gabriele Di Raimondo</cp:lastModifiedBy>
  <cp:revision>1</cp:revision>
  <dcterms:created xsi:type="dcterms:W3CDTF">2026-04-21T12:31:51Z</dcterms:created>
  <dcterms:modified xsi:type="dcterms:W3CDTF">2026-04-21T13:22:14Z</dcterms:modified>
</cp:coreProperties>
</file>